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2EDCE"/>
    <a:srgbClr val="0257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71" autoAdjust="0"/>
    <p:restoredTop sz="94660"/>
  </p:normalViewPr>
  <p:slideViewPr>
    <p:cSldViewPr snapToGrid="0">
      <p:cViewPr varScale="1">
        <p:scale>
          <a:sx n="99" d="100"/>
          <a:sy n="99" d="100"/>
        </p:scale>
        <p:origin x="108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CF03E-E48D-4EEC-8665-BE8B68B2E9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EC8898-98DB-473F-B326-FB3F6BD64D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EA5F9E-13D5-48CF-970D-9A05AB5FF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2B83A-8DBC-4138-8F8E-346F2B186E55}" type="datetimeFigureOut">
              <a:rPr lang="en-US" smtClean="0"/>
              <a:t>8/21/2024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19EFC9-1CCB-4F79-BDC1-422C91FBB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99CC6-B66B-45C6-8FEE-1F61FFBEF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11C87-AD98-400C-9F73-88EAB5A027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5856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857D4-8E09-4806-8A3A-B97A0CFA3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F1F803-0A36-4B54-87DF-5BBD0C7B94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D2423E-59F9-4098-80B0-D67B5E6D0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2B83A-8DBC-4138-8F8E-346F2B186E55}" type="datetimeFigureOut">
              <a:rPr lang="en-US" smtClean="0"/>
              <a:t>8/21/2024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CA05E0-D159-458F-88A6-687A82F2B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A169D1-479C-48A7-9302-7083D2BB0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11C87-AD98-400C-9F73-88EAB5A027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2006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260AD-447C-4CB7-BABB-740AE913F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C9825B-F138-485A-B1F2-A11BF737CB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77E84E-0140-430A-A34B-A08B162C7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2B83A-8DBC-4138-8F8E-346F2B186E55}" type="datetimeFigureOut">
              <a:rPr lang="en-US" smtClean="0"/>
              <a:t>8/21/2024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08568E-BE5D-49ED-AE4E-BBA5800BE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4A3E2B-EE5D-4440-ADD1-4854595FB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11C87-AD98-400C-9F73-88EAB5A027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5937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35373-B2CB-4689-876B-6E067C0FA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D9A087-686A-48C4-BEB0-71458E764D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222C8A-CA81-4531-AF0F-8E7F26A32F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D49A7B-B486-4EE5-A76E-823796FB1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2B83A-8DBC-4138-8F8E-346F2B186E55}" type="datetimeFigureOut">
              <a:rPr lang="en-US" smtClean="0"/>
              <a:t>8/21/2024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9B0451-2356-48BF-8079-EABB3D6B5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0DE626-ACF5-450D-B21A-07E6D683A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11C87-AD98-400C-9F73-88EAB5A027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198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4004C-7E94-404B-90FD-8B1440B4B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39ACCB-80A2-4E55-8F74-BA4454F991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BEECD0-2F77-4284-B015-1EE95B6867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490531-F261-4036-B4AB-36CC2752D3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28B2DB-7A5C-417D-BF8E-220336A576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3C3DA6-6CE2-4DD0-B520-94687834E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2B83A-8DBC-4138-8F8E-346F2B186E55}" type="datetimeFigureOut">
              <a:rPr lang="en-US" smtClean="0"/>
              <a:t>8/21/2024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CF1DF3-12DD-41A3-8162-C984BC6AF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DF9B0F-E25A-496E-9416-998AA8F74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11C87-AD98-400C-9F73-88EAB5A027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681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1D580-F59E-4060-9EC9-C8B019CE4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7070B3-2175-4473-A150-25CC400C5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2B83A-8DBC-4138-8F8E-346F2B186E55}" type="datetimeFigureOut">
              <a:rPr lang="en-US" smtClean="0"/>
              <a:t>8/21/2024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9093D7-DC9D-4963-BBEB-14A74151D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756ED6-F78D-476A-8EAF-E9EF2AB96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11C87-AD98-400C-9F73-88EAB5A027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3668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861E7B-4667-45E9-999E-70F08D4CC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2B83A-8DBC-4138-8F8E-346F2B186E55}" type="datetimeFigureOut">
              <a:rPr lang="en-US" smtClean="0"/>
              <a:t>8/21/2024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77C17E-98DE-4399-A9BF-3287A99C2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56EA47-D14B-494E-8D9E-8E1F7E84E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11C87-AD98-400C-9F73-88EAB5A027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646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C0B37-B08D-441F-9014-10AC379C0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A7F87B-2786-428F-B855-7388B61AEB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54CC2B-AF7B-4876-AF89-B1C7CD67F4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B60DF9-4EC7-4E7E-8F63-960FDBF7E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2B83A-8DBC-4138-8F8E-346F2B186E55}" type="datetimeFigureOut">
              <a:rPr lang="en-US" smtClean="0"/>
              <a:t>8/21/2024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43194-3FFC-466C-9BC6-DDDCFABA8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F7A213-DF3E-45F8-88EF-0E6A822B5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11C87-AD98-400C-9F73-88EAB5A027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583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A6A04-7EBF-4A27-898A-9BBDE8CF5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FFE68D5-10A1-4541-A431-A6DFE71090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6A9567-6C5F-4C40-A35C-D8E835CF79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D5A7C6-2E87-47F3-830A-0920E529F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2B83A-8DBC-4138-8F8E-346F2B186E55}" type="datetimeFigureOut">
              <a:rPr lang="en-US" smtClean="0"/>
              <a:t>8/21/2024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33D4FD-367F-4CF3-9921-D64E4984C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B83D27-D7CE-466D-AAC8-574FEA423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11C87-AD98-400C-9F73-88EAB5A027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4099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19E78-E565-45DF-B76A-73FB20C8F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6E8008-1312-4A06-9DF8-FBAEF00293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B064FA-05E9-4724-8715-0DBFDB244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2B83A-8DBC-4138-8F8E-346F2B186E55}" type="datetimeFigureOut">
              <a:rPr lang="en-US" smtClean="0"/>
              <a:t>8/21/2024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4A83A7-48AA-4111-ADCB-A68194283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1DF17B-3512-4C4F-8F40-5C9D8F000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11C87-AD98-400C-9F73-88EAB5A027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316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D65CBC-347F-4791-9396-182DD7445E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0E532C-E8A4-4A35-8106-CD699E98E3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0F05A-CE18-4A0E-84CE-B2733730A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2B83A-8DBC-4138-8F8E-346F2B186E55}" type="datetimeFigureOut">
              <a:rPr lang="en-US" smtClean="0"/>
              <a:t>8/21/2024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9168B1-643F-4C8C-95B0-7D1F28405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F22ADB-DBF0-4342-B891-AE4064884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11C87-AD98-400C-9F73-88EAB5A027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863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AA99C7-17B3-435F-88CB-6722107E5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EB45F0-3320-4E48-A4B8-CE1026EF0D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209507-13CD-47C6-B3E4-D7AF365385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F2B83A-8DBC-4138-8F8E-346F2B186E55}" type="datetimeFigureOut">
              <a:rPr lang="en-US" smtClean="0"/>
              <a:t>8/21/2024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B5FE77-CB00-4F2E-A392-E8F9A2EE09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3840AD-529A-4BE2-BC49-21AD5F4E08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A11C87-AD98-400C-9F73-88EAB5A027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797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FD9BA63F-AC42-45C9-8C70-4565C515748B}"/>
              </a:ext>
            </a:extLst>
          </p:cNvPr>
          <p:cNvSpPr/>
          <p:nvPr/>
        </p:nvSpPr>
        <p:spPr>
          <a:xfrm>
            <a:off x="3509439" y="1554608"/>
            <a:ext cx="3068185" cy="928465"/>
          </a:xfrm>
          <a:custGeom>
            <a:avLst/>
            <a:gdLst>
              <a:gd name="connsiteX0" fmla="*/ 137834 w 3068185"/>
              <a:gd name="connsiteY0" fmla="*/ 0 h 1856930"/>
              <a:gd name="connsiteX1" fmla="*/ 2931269 w 3068185"/>
              <a:gd name="connsiteY1" fmla="*/ 0 h 1856930"/>
              <a:gd name="connsiteX2" fmla="*/ 3068185 w 3068185"/>
              <a:gd name="connsiteY2" fmla="*/ 136916 h 1856930"/>
              <a:gd name="connsiteX3" fmla="*/ 3068185 w 3068185"/>
              <a:gd name="connsiteY3" fmla="*/ 1358293 h 1856930"/>
              <a:gd name="connsiteX4" fmla="*/ 2931269 w 3068185"/>
              <a:gd name="connsiteY4" fmla="*/ 1495209 h 1856930"/>
              <a:gd name="connsiteX5" fmla="*/ 646847 w 3068185"/>
              <a:gd name="connsiteY5" fmla="*/ 1495209 h 1856930"/>
              <a:gd name="connsiteX6" fmla="*/ 646847 w 3068185"/>
              <a:gd name="connsiteY6" fmla="*/ 1797698 h 1856930"/>
              <a:gd name="connsiteX7" fmla="*/ 587615 w 3068185"/>
              <a:gd name="connsiteY7" fmla="*/ 1856930 h 1856930"/>
              <a:gd name="connsiteX8" fmla="*/ 59232 w 3068185"/>
              <a:gd name="connsiteY8" fmla="*/ 1856930 h 1856930"/>
              <a:gd name="connsiteX9" fmla="*/ 0 w 3068185"/>
              <a:gd name="connsiteY9" fmla="*/ 1797698 h 1856930"/>
              <a:gd name="connsiteX10" fmla="*/ 0 w 3068185"/>
              <a:gd name="connsiteY10" fmla="*/ 420953 h 1856930"/>
              <a:gd name="connsiteX11" fmla="*/ 918 w 3068185"/>
              <a:gd name="connsiteY11" fmla="*/ 418737 h 1856930"/>
              <a:gd name="connsiteX12" fmla="*/ 918 w 3068185"/>
              <a:gd name="connsiteY12" fmla="*/ 136916 h 1856930"/>
              <a:gd name="connsiteX13" fmla="*/ 137834 w 3068185"/>
              <a:gd name="connsiteY13" fmla="*/ 0 h 18569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068185" h="1856930">
                <a:moveTo>
                  <a:pt x="137834" y="0"/>
                </a:moveTo>
                <a:lnTo>
                  <a:pt x="2931269" y="0"/>
                </a:lnTo>
                <a:cubicBezTo>
                  <a:pt x="3006886" y="0"/>
                  <a:pt x="3068185" y="61299"/>
                  <a:pt x="3068185" y="136916"/>
                </a:cubicBezTo>
                <a:lnTo>
                  <a:pt x="3068185" y="1358293"/>
                </a:lnTo>
                <a:cubicBezTo>
                  <a:pt x="3068185" y="1433910"/>
                  <a:pt x="3006886" y="1495209"/>
                  <a:pt x="2931269" y="1495209"/>
                </a:cubicBezTo>
                <a:lnTo>
                  <a:pt x="646847" y="1495209"/>
                </a:lnTo>
                <a:lnTo>
                  <a:pt x="646847" y="1797698"/>
                </a:lnTo>
                <a:cubicBezTo>
                  <a:pt x="646847" y="1830411"/>
                  <a:pt x="620328" y="1856930"/>
                  <a:pt x="587615" y="1856930"/>
                </a:cubicBezTo>
                <a:lnTo>
                  <a:pt x="59232" y="1856930"/>
                </a:lnTo>
                <a:cubicBezTo>
                  <a:pt x="26519" y="1856930"/>
                  <a:pt x="0" y="1830411"/>
                  <a:pt x="0" y="1797698"/>
                </a:cubicBezTo>
                <a:lnTo>
                  <a:pt x="0" y="420953"/>
                </a:lnTo>
                <a:lnTo>
                  <a:pt x="918" y="418737"/>
                </a:lnTo>
                <a:lnTo>
                  <a:pt x="918" y="136916"/>
                </a:lnTo>
                <a:cubicBezTo>
                  <a:pt x="918" y="61299"/>
                  <a:pt x="62217" y="0"/>
                  <a:pt x="137834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3B30082-0889-4E37-B68B-23B3CDF18ED5}"/>
              </a:ext>
            </a:extLst>
          </p:cNvPr>
          <p:cNvSpPr/>
          <p:nvPr/>
        </p:nvSpPr>
        <p:spPr>
          <a:xfrm>
            <a:off x="2261106" y="1554608"/>
            <a:ext cx="1701479" cy="1454810"/>
          </a:xfrm>
          <a:prstGeom prst="ellipse">
            <a:avLst/>
          </a:prstGeom>
          <a:solidFill>
            <a:srgbClr val="C2ED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Diagonal Corners Rounded 6">
            <a:extLst>
              <a:ext uri="{FF2B5EF4-FFF2-40B4-BE49-F238E27FC236}">
                <a16:creationId xmlns:a16="http://schemas.microsoft.com/office/drawing/2014/main" id="{76D73B5C-4F62-4B21-99FC-EA36E59ADA0E}"/>
              </a:ext>
            </a:extLst>
          </p:cNvPr>
          <p:cNvSpPr/>
          <p:nvPr/>
        </p:nvSpPr>
        <p:spPr>
          <a:xfrm>
            <a:off x="4446815" y="2657789"/>
            <a:ext cx="2385452" cy="703257"/>
          </a:xfrm>
          <a:prstGeom prst="round2DiagRect">
            <a:avLst>
              <a:gd name="adj1" fmla="val 13482"/>
              <a:gd name="adj2" fmla="val 0"/>
            </a:avLst>
          </a:prstGeom>
          <a:solidFill>
            <a:srgbClr val="0257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6A1CFD4-D245-4CE5-A2DB-1628DBA25100}"/>
              </a:ext>
            </a:extLst>
          </p:cNvPr>
          <p:cNvSpPr/>
          <p:nvPr/>
        </p:nvSpPr>
        <p:spPr>
          <a:xfrm>
            <a:off x="559627" y="1819784"/>
            <a:ext cx="1701479" cy="1454810"/>
          </a:xfrm>
          <a:prstGeom prst="ellipse">
            <a:avLst/>
          </a:prstGeom>
          <a:solidFill>
            <a:srgbClr val="F1D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7446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528B595-8EC9-FF7B-D4E3-75C8AEFE44AE}"/>
              </a:ext>
            </a:extLst>
          </p:cNvPr>
          <p:cNvSpPr/>
          <p:nvPr/>
        </p:nvSpPr>
        <p:spPr>
          <a:xfrm>
            <a:off x="115504" y="558196"/>
            <a:ext cx="3147460" cy="1549948"/>
          </a:xfrm>
          <a:prstGeom prst="roundRect">
            <a:avLst>
              <a:gd name="adj" fmla="val 6498"/>
            </a:avLst>
          </a:prstGeom>
          <a:solidFill>
            <a:srgbClr val="0257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: Diagonal Corners Rounded 6">
            <a:extLst>
              <a:ext uri="{FF2B5EF4-FFF2-40B4-BE49-F238E27FC236}">
                <a16:creationId xmlns:a16="http://schemas.microsoft.com/office/drawing/2014/main" id="{54AB6B63-53A7-57C7-AEF4-D7486AA19652}"/>
              </a:ext>
            </a:extLst>
          </p:cNvPr>
          <p:cNvSpPr/>
          <p:nvPr/>
        </p:nvSpPr>
        <p:spPr>
          <a:xfrm>
            <a:off x="6852913" y="423513"/>
            <a:ext cx="1058120" cy="1666406"/>
          </a:xfrm>
          <a:prstGeom prst="round2DiagRect">
            <a:avLst>
              <a:gd name="adj1" fmla="val 9450"/>
              <a:gd name="adj2" fmla="val 0"/>
            </a:avLst>
          </a:prstGeom>
          <a:solidFill>
            <a:schemeClr val="bg1">
              <a:lumMod val="95000"/>
              <a:alpha val="4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Diagonal Corners Rounded 7">
            <a:extLst>
              <a:ext uri="{FF2B5EF4-FFF2-40B4-BE49-F238E27FC236}">
                <a16:creationId xmlns:a16="http://schemas.microsoft.com/office/drawing/2014/main" id="{232C3E61-C70C-2BF8-6059-0C6446C757D5}"/>
              </a:ext>
            </a:extLst>
          </p:cNvPr>
          <p:cNvSpPr/>
          <p:nvPr/>
        </p:nvSpPr>
        <p:spPr>
          <a:xfrm>
            <a:off x="5237302" y="423512"/>
            <a:ext cx="1058120" cy="1666406"/>
          </a:xfrm>
          <a:prstGeom prst="round2DiagRect">
            <a:avLst>
              <a:gd name="adj1" fmla="val 9450"/>
              <a:gd name="adj2" fmla="val 0"/>
            </a:avLst>
          </a:prstGeom>
          <a:solidFill>
            <a:schemeClr val="bg1">
              <a:lumMod val="85000"/>
              <a:alpha val="5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Diagonal Corners Rounded 8">
            <a:extLst>
              <a:ext uri="{FF2B5EF4-FFF2-40B4-BE49-F238E27FC236}">
                <a16:creationId xmlns:a16="http://schemas.microsoft.com/office/drawing/2014/main" id="{8D528ABC-6C61-081E-283C-2823C3D195F9}"/>
              </a:ext>
            </a:extLst>
          </p:cNvPr>
          <p:cNvSpPr/>
          <p:nvPr/>
        </p:nvSpPr>
        <p:spPr>
          <a:xfrm>
            <a:off x="3621693" y="423513"/>
            <a:ext cx="1058118" cy="1666406"/>
          </a:xfrm>
          <a:prstGeom prst="round2DiagRect">
            <a:avLst>
              <a:gd name="adj1" fmla="val 9450"/>
              <a:gd name="adj2" fmla="val 0"/>
            </a:avLst>
          </a:prstGeom>
          <a:solidFill>
            <a:schemeClr val="bg1">
              <a:lumMod val="95000"/>
              <a:alpha val="4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Diagonal Corners Rounded 9">
            <a:extLst>
              <a:ext uri="{FF2B5EF4-FFF2-40B4-BE49-F238E27FC236}">
                <a16:creationId xmlns:a16="http://schemas.microsoft.com/office/drawing/2014/main" id="{5E782ADD-52A5-3258-1EF6-75A156E86336}"/>
              </a:ext>
            </a:extLst>
          </p:cNvPr>
          <p:cNvSpPr/>
          <p:nvPr/>
        </p:nvSpPr>
        <p:spPr>
          <a:xfrm>
            <a:off x="8170675" y="423512"/>
            <a:ext cx="3905821" cy="963550"/>
          </a:xfrm>
          <a:prstGeom prst="round2DiagRect">
            <a:avLst>
              <a:gd name="adj1" fmla="val 9450"/>
              <a:gd name="adj2" fmla="val 0"/>
            </a:avLst>
          </a:prstGeom>
          <a:solidFill>
            <a:srgbClr val="C2ED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5C10F4D-9E49-F89A-FAE5-082119E621E5}"/>
              </a:ext>
            </a:extLst>
          </p:cNvPr>
          <p:cNvSpPr/>
          <p:nvPr/>
        </p:nvSpPr>
        <p:spPr>
          <a:xfrm>
            <a:off x="8170675" y="1549668"/>
            <a:ext cx="3905821" cy="2531444"/>
          </a:xfrm>
          <a:prstGeom prst="roundRect">
            <a:avLst>
              <a:gd name="adj" fmla="val 6498"/>
            </a:avLst>
          </a:prstGeom>
          <a:solidFill>
            <a:schemeClr val="bg1">
              <a:lumMod val="95000"/>
              <a:alpha val="4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E2EB5B6-DFA2-ADAD-8F2D-66499A954D52}"/>
              </a:ext>
            </a:extLst>
          </p:cNvPr>
          <p:cNvSpPr/>
          <p:nvPr/>
        </p:nvSpPr>
        <p:spPr>
          <a:xfrm>
            <a:off x="115503" y="2252525"/>
            <a:ext cx="4677877" cy="1828588"/>
          </a:xfrm>
          <a:prstGeom prst="roundRect">
            <a:avLst>
              <a:gd name="adj" fmla="val 6498"/>
            </a:avLst>
          </a:prstGeom>
          <a:solidFill>
            <a:schemeClr val="bg1">
              <a:lumMod val="95000"/>
              <a:alpha val="4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943847A-AA57-1DA3-D2B1-097E0BD3E02F}"/>
              </a:ext>
            </a:extLst>
          </p:cNvPr>
          <p:cNvSpPr/>
          <p:nvPr/>
        </p:nvSpPr>
        <p:spPr>
          <a:xfrm>
            <a:off x="4933613" y="2247273"/>
            <a:ext cx="3061437" cy="1815613"/>
          </a:xfrm>
          <a:prstGeom prst="roundRect">
            <a:avLst>
              <a:gd name="adj" fmla="val 6498"/>
            </a:avLst>
          </a:prstGeom>
          <a:solidFill>
            <a:schemeClr val="bg1">
              <a:lumMod val="85000"/>
              <a:alpha val="5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E4BBCCA-7C3D-8468-19C0-1B4B274841AA}"/>
              </a:ext>
            </a:extLst>
          </p:cNvPr>
          <p:cNvSpPr/>
          <p:nvPr/>
        </p:nvSpPr>
        <p:spPr>
          <a:xfrm>
            <a:off x="115503" y="4225492"/>
            <a:ext cx="4321743" cy="2467938"/>
          </a:xfrm>
          <a:prstGeom prst="roundRect">
            <a:avLst>
              <a:gd name="adj" fmla="val 6498"/>
            </a:avLst>
          </a:prstGeom>
          <a:solidFill>
            <a:schemeClr val="bg1">
              <a:lumMod val="95000"/>
              <a:alpha val="4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CE1F80A-C4CA-6E4E-C5DD-A7A90D6420B9}"/>
              </a:ext>
            </a:extLst>
          </p:cNvPr>
          <p:cNvSpPr/>
          <p:nvPr/>
        </p:nvSpPr>
        <p:spPr>
          <a:xfrm>
            <a:off x="6330214" y="4225493"/>
            <a:ext cx="5746282" cy="2467938"/>
          </a:xfrm>
          <a:prstGeom prst="roundRect">
            <a:avLst>
              <a:gd name="adj" fmla="val 6498"/>
            </a:avLst>
          </a:prstGeom>
          <a:solidFill>
            <a:schemeClr val="bg1">
              <a:lumMod val="95000"/>
              <a:alpha val="4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: Diagonal Corners Rounded 15">
            <a:extLst>
              <a:ext uri="{FF2B5EF4-FFF2-40B4-BE49-F238E27FC236}">
                <a16:creationId xmlns:a16="http://schemas.microsoft.com/office/drawing/2014/main" id="{46CFACB9-9C00-12C8-E9F2-A025776D9AFC}"/>
              </a:ext>
            </a:extLst>
          </p:cNvPr>
          <p:cNvSpPr/>
          <p:nvPr/>
        </p:nvSpPr>
        <p:spPr>
          <a:xfrm>
            <a:off x="4679812" y="4258914"/>
            <a:ext cx="1452204" cy="2397856"/>
          </a:xfrm>
          <a:prstGeom prst="round2DiagRect">
            <a:avLst>
              <a:gd name="adj1" fmla="val 9450"/>
              <a:gd name="adj2" fmla="val 0"/>
            </a:avLst>
          </a:prstGeom>
          <a:solidFill>
            <a:srgbClr val="0257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50F42BB-FCAB-D276-DE7A-E1D83FF4344D}"/>
              </a:ext>
            </a:extLst>
          </p:cNvPr>
          <p:cNvSpPr/>
          <p:nvPr/>
        </p:nvSpPr>
        <p:spPr>
          <a:xfrm>
            <a:off x="88442" y="577446"/>
            <a:ext cx="3147460" cy="1516529"/>
          </a:xfrm>
          <a:prstGeom prst="roundRect">
            <a:avLst>
              <a:gd name="adj" fmla="val 649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73FAB46-FF07-E408-7B35-0EB52A177895}"/>
              </a:ext>
            </a:extLst>
          </p:cNvPr>
          <p:cNvSpPr/>
          <p:nvPr/>
        </p:nvSpPr>
        <p:spPr>
          <a:xfrm>
            <a:off x="3820455" y="456932"/>
            <a:ext cx="508326" cy="508326"/>
          </a:xfrm>
          <a:prstGeom prst="ellipse">
            <a:avLst/>
          </a:prstGeom>
          <a:solidFill>
            <a:srgbClr val="0257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AB6B5C1-805B-C6D1-9D87-D4539D67962E}"/>
              </a:ext>
            </a:extLst>
          </p:cNvPr>
          <p:cNvSpPr/>
          <p:nvPr/>
        </p:nvSpPr>
        <p:spPr>
          <a:xfrm>
            <a:off x="7127810" y="457444"/>
            <a:ext cx="508326" cy="508326"/>
          </a:xfrm>
          <a:prstGeom prst="ellipse">
            <a:avLst/>
          </a:prstGeom>
          <a:solidFill>
            <a:srgbClr val="C2ED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D254320D-F95A-F2E4-5DBD-D234ADB85EDA}"/>
              </a:ext>
            </a:extLst>
          </p:cNvPr>
          <p:cNvSpPr/>
          <p:nvPr/>
        </p:nvSpPr>
        <p:spPr>
          <a:xfrm>
            <a:off x="5476871" y="456932"/>
            <a:ext cx="508326" cy="508326"/>
          </a:xfrm>
          <a:prstGeom prst="ellipse">
            <a:avLst/>
          </a:prstGeom>
          <a:solidFill>
            <a:srgbClr val="F1D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78C5E45-BA9D-290E-A87B-1B0570DAF004}"/>
              </a:ext>
            </a:extLst>
          </p:cNvPr>
          <p:cNvSpPr/>
          <p:nvPr/>
        </p:nvSpPr>
        <p:spPr>
          <a:xfrm>
            <a:off x="4716955" y="4733573"/>
            <a:ext cx="433315" cy="433351"/>
          </a:xfrm>
          <a:prstGeom prst="ellipse">
            <a:avLst/>
          </a:prstGeom>
          <a:solidFill>
            <a:srgbClr val="F1D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3C6E7CCD-C290-C560-6778-EA5D790E4AFF}"/>
              </a:ext>
            </a:extLst>
          </p:cNvPr>
          <p:cNvSpPr/>
          <p:nvPr/>
        </p:nvSpPr>
        <p:spPr>
          <a:xfrm>
            <a:off x="4724885" y="5310596"/>
            <a:ext cx="433315" cy="43335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CED19FAD-BAAE-19A9-EF65-1642CEE36935}"/>
              </a:ext>
            </a:extLst>
          </p:cNvPr>
          <p:cNvSpPr/>
          <p:nvPr/>
        </p:nvSpPr>
        <p:spPr>
          <a:xfrm>
            <a:off x="4720920" y="5868369"/>
            <a:ext cx="433315" cy="433351"/>
          </a:xfrm>
          <a:prstGeom prst="ellipse">
            <a:avLst/>
          </a:prstGeom>
          <a:solidFill>
            <a:srgbClr val="C2ED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3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2B3051D-E691-A745-D18D-D48B67569C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478626">
            <a:off x="257173" y="131716"/>
            <a:ext cx="383277" cy="383277"/>
          </a:xfrm>
          <a:prstGeom prst="rect">
            <a:avLst/>
          </a:prstGeom>
        </p:spPr>
      </p:pic>
      <p:pic>
        <p:nvPicPr>
          <p:cNvPr id="33" name="Picture 3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8F4B85A-EF1F-8153-B2F8-E74378B606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4581" y="541710"/>
            <a:ext cx="354125" cy="354125"/>
          </a:xfrm>
          <a:prstGeom prst="rect">
            <a:avLst/>
          </a:prstGeom>
        </p:spPr>
      </p:pic>
      <p:pic>
        <p:nvPicPr>
          <p:cNvPr id="35" name="Picture 3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75DB104-A6A9-3D24-E1EC-9EBD7F88A3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0936" y="5923842"/>
            <a:ext cx="314014" cy="314014"/>
          </a:xfrm>
          <a:prstGeom prst="rect">
            <a:avLst/>
          </a:prstGeom>
        </p:spPr>
      </p:pic>
      <p:pic>
        <p:nvPicPr>
          <p:cNvPr id="37" name="Picture 3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19D7B5B7-9821-7CAC-8FAD-BB853F003CA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0073" y="508820"/>
            <a:ext cx="366049" cy="366049"/>
          </a:xfrm>
          <a:prstGeom prst="rect">
            <a:avLst/>
          </a:prstGeom>
        </p:spPr>
      </p:pic>
      <p:pic>
        <p:nvPicPr>
          <p:cNvPr id="39" name="Picture 3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5C8BFCA-A006-037C-A5BD-DE200C6E918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1827" y="5356253"/>
            <a:ext cx="322373" cy="322373"/>
          </a:xfrm>
          <a:prstGeom prst="rect">
            <a:avLst/>
          </a:prstGeom>
        </p:spPr>
      </p:pic>
      <p:pic>
        <p:nvPicPr>
          <p:cNvPr id="41" name="Picture 4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1B2B1FE6-8F16-F7B7-EA35-0C1AB72DCC3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4931" y="4795624"/>
            <a:ext cx="319643" cy="319643"/>
          </a:xfrm>
          <a:prstGeom prst="rect">
            <a:avLst/>
          </a:prstGeom>
        </p:spPr>
      </p:pic>
      <p:pic>
        <p:nvPicPr>
          <p:cNvPr id="43" name="Picture 4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4979746-DF7E-AF70-950C-A2F514E094CE}"/>
              </a:ext>
            </a:extLst>
          </p:cNvPr>
          <p:cNvPicPr>
            <a:picLocks noChangeAspect="1"/>
          </p:cNvPicPr>
          <p:nvPr/>
        </p:nvPicPr>
        <p:blipFill>
          <a:blip r:embed="rId8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664251">
            <a:off x="3911289" y="541634"/>
            <a:ext cx="327394" cy="327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8239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773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Ismaila Mumuni</dc:creator>
  <cp:lastModifiedBy>saqlain mostaq</cp:lastModifiedBy>
  <cp:revision>8</cp:revision>
  <dcterms:created xsi:type="dcterms:W3CDTF">2023-12-06T06:56:06Z</dcterms:created>
  <dcterms:modified xsi:type="dcterms:W3CDTF">2024-08-21T06:14:43Z</dcterms:modified>
</cp:coreProperties>
</file>